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94"/>
    <a:srgbClr val="F4D862"/>
    <a:srgbClr val="F9E79D"/>
    <a:srgbClr val="D2C8EE"/>
    <a:srgbClr val="BBD4EF"/>
    <a:srgbClr val="F0A2A8"/>
    <a:srgbClr val="90B8E4"/>
    <a:srgbClr val="A0C2E8"/>
    <a:srgbClr val="AE9CE0"/>
    <a:srgbClr val="FDF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2026-1학기 딥러닝실습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KR"/>
              </a:defRPr>
            </a:pPr>
            <a:r>
              <a:t>딥러닝 실습, 왜 하는 걸까?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5FF"/>
                </a:solidFill>
                <a:latin typeface="Noto Sans KR"/>
              </a:defRPr>
            </a:pPr>
            <a:r>
              <a:t>대학, 취업, 그리고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t>안준영  |  세종대학교 HEART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AI 취업시장,  지금 어떤 상황인가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13716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[기사] "인턴조차 3년차 경력자" — 경향신문 2026.03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5486400" cy="13716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[기사] "코딩만으론 어림없다…신입 취업 대재앙" — 글로벌이코노믹 2025.12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5486400" cy="13716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[기사] "AI 도입 기업, 신입 채용 40% 감소" — 경향신문 2025.09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212080" cy="118872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AI 경력직 요구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783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54%  →  80.6%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5212080" cy="118872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2026 신입 채용 비율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12.4%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23360"/>
            <a:ext cx="5212080" cy="118872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SW 신입 비중 (2년 변화)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53.5%  →  37.4%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94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출처: 경향신문, ZDNet, 서울신문, 한국은행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학부 졸업만으로는 AI 취업이 안 되는 시대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인공지능 취업,  크게 두 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45720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13B94"/>
                </a:solidFill>
                <a:latin typeface="Noto Sans KR"/>
              </a:defRPr>
            </a:pPr>
            <a:r>
              <a:t>기업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각 회사마다 도메인이 다름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(반도체, 자동차, 의학, 금융, 로봇...)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그 도메인에서</a:t>
            </a: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서비스(제품)를 만드는 사람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029200"/>
            <a:ext cx="9144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[삼성]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5029200"/>
            <a:ext cx="9144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[현대]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5029200"/>
            <a:ext cx="914400" cy="4572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[네이버]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280160"/>
            <a:ext cx="5303520" cy="45720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  <a:latin typeface="Noto Sans KR"/>
              </a:defRPr>
            </a:pPr>
            <a:r>
              <a:t>연구소 (연구원)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860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기업 연구소, 국책 연구소, 대학원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트렌드에 맞춰 기술 발전을 리드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논문, 특허, 기술 이전</a:t>
            </a:r>
          </a:p>
          <a:p>
            <a:pPr>
              <a:spcAft>
                <a:spcPts val="8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연구소는 국책과제로 운영됨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6035040"/>
            <a:ext cx="8503920" cy="36576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60350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공통:  AI로 문제를 풀 수 있는 사람이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왜 신입을 안 뽑는가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33333"/>
                </a:solidFill>
                <a:latin typeface="Noto Sans KR"/>
              </a:defRPr>
            </a:pPr>
            <a:r>
              <a:t>교육시켜놔도  1~2년 만에 이직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Noto Sans KR"/>
              </a:defRPr>
            </a:pPr>
            <a:r>
              <a:t>그래서 처음부터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840480"/>
            <a:ext cx="7589520" cy="1371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114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Noto Sans KR"/>
              </a:defRPr>
            </a:pPr>
            <a:r>
              <a:t>바로 투입 가능한 사람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13B94"/>
                </a:solidFill>
                <a:latin typeface="Noto Sans KR"/>
              </a:defRPr>
            </a:pPr>
            <a:r>
              <a:t>스펙이 아니라,  문제를 풀어본 경험이 있는 사람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바로 투입  =  문제 해결 능력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6459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기업은  "YOLO 돌려주세요"  라고 안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Noto Sans KR"/>
              </a:defRPr>
            </a:pPr>
            <a:r>
              <a:t>"우리 공장에서 불량품 찾고 싶은데"  →  여기서부터 다 너가 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029200" cy="2743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코딩은 당연히 해야 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코드를 짜고 핸들링하는 건 기본</a:t>
            </a:r>
          </a:p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근데 코딩만으로는 부족</a:t>
            </a:r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뭘 만들지 + 어떻게 접근할지</a:t>
            </a:r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까지 되어야 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200400"/>
            <a:ext cx="5669280" cy="27432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지금 핫한 기술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023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LLM  (ChatGPT, Claude)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AI Agent  (자율적 의사결정)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멀티모달  (영상 + 음성 + 텍스트)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Physical AI  (로봇, 자율주행)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t>이걸 조합해서 구현 = 바로 투입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세계는 지금 어디로 가고 있냐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Noto Sans KR"/>
              </a:defRPr>
            </a:pPr>
            <a:r>
              <a:t>감정 AI (Emotion AI)  —  글로벌 트렌드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66160" cy="34747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NVIDIA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Audio2Face:</a:t>
            </a:r>
            <a:br/>
            <a:r>
              <a:t>감정 분석 → 표정 생성</a:t>
            </a:r>
            <a:br/>
            <a:br/>
            <a:r>
              <a:t>Auto Emotion</a:t>
            </a:r>
            <a:br/>
            <a:br/>
            <a:r>
              <a:t>GTC 2026</a:t>
            </a:r>
            <a:br/>
            <a:r>
              <a:t>Affective Care Drive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566160" cy="3474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Affectiva</a:t>
            </a:r>
            <a:br/>
            <a:r>
              <a:t>(Smart Eye)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감정 AI 글로벌 1위</a:t>
            </a:r>
            <a:br/>
            <a:br/>
            <a:r>
              <a:t>차량 감정인식 상용화</a:t>
            </a:r>
            <a:br/>
            <a:br/>
            <a:r>
              <a:t>$73.5M 인수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566160" cy="34747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Top Conference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CVPR, AAAI,</a:t>
            </a:r>
            <a:br/>
            <a:r>
              <a:t>INTERSPEECH</a:t>
            </a:r>
            <a:br/>
            <a:br/>
            <a:r>
              <a:t>감정 인식이</a:t>
            </a:r>
            <a:br/>
            <a:r>
              <a:t>가장 활발한 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577840"/>
            <a:ext cx="3200400" cy="64008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[CES2024 NVIDIA 감정기술]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5577840"/>
            <a:ext cx="3200400" cy="64008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[GTC2026 Block Diagram]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5577840"/>
            <a:ext cx="3200400" cy="64008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[Affectiva In-Cabin]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우리는 이미 거기에 있다 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13B94"/>
                </a:solidFill>
                <a:latin typeface="Noto Sans KR"/>
              </a:defRPr>
            </a:pPr>
            <a:r>
              <a:t>HEART Lab  —  Human Emotion and Intelligent Agent Research for Future Transformation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38404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3200400" cy="9144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[현대자동차 로고]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현대자동차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6B7FE"/>
                </a:solidFill>
                <a:latin typeface="Noto Sans KR"/>
              </a:defRPr>
            </a:pPr>
            <a:r>
              <a:t>미래기술 공모전  —  선정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기존에 하던 감정인식 연구를 발전시켜 제안  →  바로 뽑힘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Affective Care Drive:  멀티모달 센싱 → 감정 인식 → 안전 운전 지원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이미 하고 있던 기술을 조금 바꿔서 낸 건데 바로 됨</a:t>
            </a: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=  기술력이 이미 그 수준이었다는 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우리는 이미 거기에 있다 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4754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200400" cy="91440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[두산 로보틱스 로고]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두산 로보틱스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DDFF"/>
                </a:solidFill>
                <a:latin typeface="Noto Sans KR"/>
              </a:defRPr>
            </a:pPr>
            <a:r>
              <a:t>역대 가장 큰 금액 규모의 R&amp;D 과제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협동로봇에 AI를 넣는 프로젝트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VLM / VLA  +  AI SoC  +  강화학습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AI 모델 경량화,  멀티모달 데이터,  인간-로봇 협업(HRI) 담당</a:t>
            </a:r>
          </a:p>
          <a:p>
            <a:pPr>
              <a:spcAft>
                <a:spcPts val="7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두산이 먼저 찾아온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6035040"/>
            <a:ext cx="758952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60350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대기업에서 먼저 찾아오는 연구실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어떻게 이렇게 됐냐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25603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011680" cy="1097280"/>
          </a:xfrm>
          <a:prstGeom prst="rect">
            <a:avLst/>
          </a:prstGeom>
          <a:solidFill>
            <a:srgbClr val="F8F8F8"/>
          </a:solidFill>
          <a:ln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[일론 머스크]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First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"로켓이 왜 비싸지?"  →  원자재 = 2%</a:t>
            </a: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Noto Sans KR"/>
              </a:defRPr>
            </a:pPr>
            <a:r>
              <a:t>기존 상식 의심 → 근본으로 → 새로운 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394960" cy="25603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HEART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기존 DMS = 졸음, 주시 이탈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→ 업계가 다 이렇게 함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"잠깐,  왜 졸음만 보지?"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23360"/>
            <a:ext cx="11064240" cy="21031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근본으로 돌아감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운전 위험의 근본 원인  =  감정 변화가 누적되는 과정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→  Frustration(좌절감) 기반으로 문제를 재정의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→  현대차가 뽑은 이유가 바로 이것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너도 할 수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카카오 부트캠프 + 비트캠프 경험,  교수님과 함께 커리큘럼 개선</a:t>
            </a:r>
          </a:p>
          <a:p>
            <a:pPr>
              <a:spcAft>
                <a:spcPts val="300"/>
              </a:spcAft>
              <a:defRPr sz="1500" b="1">
                <a:solidFill>
                  <a:srgbClr val="333333"/>
                </a:solidFill>
                <a:latin typeface="Noto Sans KR"/>
              </a:defRPr>
            </a:pPr>
            <a:r>
              <a:t>목표:  문제를 던지면 해결할 수 있는 AI 개발자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6160" cy="32004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문제 해결 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"이 문제 어떻게 풀래?"</a:t>
            </a:r>
            <a:br/>
            <a:br/>
            <a:r>
              <a:t>바로 떠오를 때까지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566160" cy="3200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2단계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모델을 도구로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"왜 이 모델인지"</a:t>
            </a:r>
            <a:br/>
            <a:br/>
            <a:r>
              <a:t>설명할 수 있는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3566160" cy="32004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서비스 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918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챗봇, YOLO 등</a:t>
            </a:r>
            <a:br/>
            <a:br/>
            <a:r>
              <a:t>12주면 혼자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부트캠프 6개월  →  12주 압축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6576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13B94"/>
                </a:solidFill>
                <a:latin typeface="Noto Sans KR"/>
              </a:defRPr>
            </a:pPr>
            <a:r>
              <a:t>어떻게 시작하냐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4572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Noto Sans KR"/>
              </a:defRPr>
            </a:pPr>
            <a:r>
              <a:t>인턴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13B94"/>
                </a:solidFill>
                <a:latin typeface="Noto Sans KR"/>
              </a:defRPr>
            </a:pPr>
            <a:r>
              <a:t>월 20만원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부담 없이 3개월 체험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안 맞으면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t>그만둬도 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74720" cy="4572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KR"/>
              </a:defRPr>
            </a:pPr>
            <a:r>
              <a:t>학석사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월 130만원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1년 빨리 졸업 가능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(잘하는 학생에 한해서)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바로 취업 = 신입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학석사 = 주니어급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474720" cy="45720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KR"/>
              </a:defRPr>
            </a:pPr>
            <a:r>
              <a:t>석사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Noto Sans KR"/>
              </a:defRPr>
            </a:pPr>
            <a:r>
              <a:t>월 230만원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t>학부 졸업 후 진학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지원금 최대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궁금하면:  견학 오세요  |  인턴으로 해보고 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035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Noto Sans KR"/>
              </a:defRPr>
            </a:pPr>
            <a:r>
              <a:t>(연락처 / QR코드)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Noto Sans KR"/>
              </a:defRPr>
            </a:pPr>
            <a:r>
              <a:t>문제를 던지면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Noto Sans KR"/>
              </a:defRPr>
            </a:pPr>
            <a:r>
              <a:t>해결할 수 있는 사람이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Noto Sans KR"/>
              </a:defRPr>
            </a:pPr>
            <a:r>
              <a:t>살아남는다.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754880"/>
            <a:ext cx="3931920" cy="27432"/>
          </a:xfrm>
          <a:prstGeom prst="rect">
            <a:avLst/>
          </a:prstGeom>
          <a:solidFill>
            <a:srgbClr val="86B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6B7FE"/>
                </a:solidFill>
                <a:latin typeface="Noto Sans KR"/>
              </a:defRPr>
            </a:pPr>
            <a:r>
              <a:t>HEART Lab  |  세종대학교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3290</Words>
  <Application>Microsoft Office PowerPoint</Application>
  <PresentationFormat>와이드스크린</PresentationFormat>
  <Paragraphs>675</Paragraphs>
  <Slides>32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Arial</vt:lpstr>
      <vt:lpstr>Calibri</vt:lpstr>
      <vt:lpstr>Noto Sans KR</vt:lpstr>
      <vt:lpstr>Wingdings</vt:lpstr>
      <vt:lpstr>맑은 고딕</vt:lpstr>
      <vt:lpstr>Office 테마</vt:lpstr>
      <vt:lpstr>PowerPoint 프레젠테이션</vt:lpstr>
      <vt:lpstr>PowerPoint 프레젠테이션</vt:lpstr>
      <vt:lpstr>1. 오디오 딥러닝 구현</vt:lpstr>
      <vt:lpstr>1. 오디오 딥러닝 구현</vt:lpstr>
      <vt:lpstr>1. 오디오 딥러닝 구현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준비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- 데이터 전처리 </vt:lpstr>
      <vt:lpstr>2. 코드 기반 실습 및 응용 – 데이터 전처리</vt:lpstr>
      <vt:lpstr>2. 코드 기반 실습 및 응용 – 데이터 전처리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모델 구현 </vt:lpstr>
      <vt:lpstr>2. 코드 기반 실습 및 응용 - 학습 및 평가 </vt:lpstr>
      <vt:lpstr>2. 코드 기반 실습 및 응용 - 학습 및 평가 </vt:lpstr>
      <vt:lpstr>2. 코드 기반 실습 및 응용 - 학습 및 평가 </vt:lpstr>
      <vt:lpstr>3. Homework</vt:lpstr>
      <vt:lpstr>3. Homework</vt:lpstr>
      <vt:lpstr>3. Homework</vt:lpstr>
      <vt:lpstr>VSCode에서 작업 폴더 열기와 파일 생성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고봉균</cp:lastModifiedBy>
  <cp:revision>1305</cp:revision>
  <dcterms:created xsi:type="dcterms:W3CDTF">2025-07-29T08:28:03Z</dcterms:created>
  <dcterms:modified xsi:type="dcterms:W3CDTF">2026-03-18T04:10:04Z</dcterms:modified>
</cp:coreProperties>
</file>