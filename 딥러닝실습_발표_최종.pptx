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2026-1학기 딥러닝실습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딥러닝 실습, 왜 하는 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5FF"/>
                </a:solidFill>
                <a:latin typeface="Noto Sans KR"/>
              </a:defRPr>
            </a:pPr>
            <a:r>
              <a:t>대학, 취업, 그리고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안준영  |  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AI 취업시장 현실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[사람인 AI 채용공고 캡처]</a:t>
            </a:r>
            <a:br/>
            <a:br/>
            <a:r>
              <a:t>경력 3년 이상만 뽑는 현실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경력직 요구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54%  →  80.6%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2026년 신입 채용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SW 신입 비중 2년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53.5%  →  37.4%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출처: ZDNet 2025.12 / 서울신문 2026.01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인공지능 취업, 크게 두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114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삼성, 현대, LG, 네이버, 카카오...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</a:t>
            </a:r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만드는 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754880"/>
            <a:ext cx="109728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[삼성]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754880"/>
            <a:ext cx="109728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846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[네이버]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754880"/>
            <a:ext cx="109728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846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[카카오]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303520" cy="41148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669280"/>
            <a:ext cx="85039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필요하다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왜 신입을 안 뽑는가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Noto Sans KR"/>
              </a:defRPr>
            </a:pPr>
            <a:r>
              <a:t>교육시켜놔도  1~2년 만에 이직해버림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Noto Sans KR"/>
              </a:defRPr>
            </a:pPr>
            <a:r>
              <a:t>그래서 처음부터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57600"/>
            <a:ext cx="85039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바로 투입 가능한 사람을 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13B94"/>
                </a:solidFill>
                <a:latin typeface="Noto Sans KR"/>
              </a:defRPr>
            </a:pPr>
            <a:r>
              <a:t>스펙이 아니라,  문제를 풀어본 경험이 있는 사람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바로 투입 = 문제 해결 능력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828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기업은 "YOLO 돌려주세요" 라고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"우리 공장에서 불량품 찾고 싶은데"  →  여기서부터 다 설계해야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02920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코딩은 당연히 해야 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코드를 짜고 핸들링하는 건 기본</a:t>
            </a:r>
          </a:p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근데 코딩만 할 줄 아는 건 부족</a:t>
            </a: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뭘 만들지 아는 것까지 되어야 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474720"/>
            <a:ext cx="566928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지금 핫한 기술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LLM  (ChatGPT, Claude)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Agent  (자율적 의사결정)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멀티모달  (영상 + 음성 + 텍스트)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Physical AI  (로봇, 자율주행)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이걸 조합해서 실제 서비스를 구현할 수 있는 능력  =  바로 투입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세계는 지금 어디로 가고 있냐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Noto Sans KR"/>
              </a:defRPr>
            </a:pPr>
            <a:r>
              <a:t>감정 AI (Emotion AI) — 글로벌 트렌드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38404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Audio2Face:</a:t>
            </a:r>
            <a:br/>
            <a:r>
              <a:t>감정 분석 → 표정 생성</a:t>
            </a:r>
            <a:br/>
            <a:br/>
            <a:r>
              <a:t>Auto Emotion</a:t>
            </a:r>
            <a:br/>
            <a:br/>
            <a:r>
              <a:t>GTC 2026</a:t>
            </a:r>
            <a:br/>
            <a:r>
              <a:t>Affective Care Drive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566160" cy="3840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Affectiva</a:t>
            </a:r>
            <a:br/>
            <a:r>
              <a:t>(Smart Eye)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br/>
            <a:r>
              <a:t>차량 감정인식 상용화</a:t>
            </a:r>
            <a:br/>
            <a:br/>
            <a:r>
              <a:t>$73.5M 인수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566160" cy="384048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CVPR, AAAI,</a:t>
            </a:r>
            <a:br/>
            <a:r>
              <a:t>INTERSPEECH</a:t>
            </a:r>
            <a:br/>
            <a:br/>
            <a:r>
              <a:t>감정 인식이</a:t>
            </a:r>
            <a:br/>
            <a:r>
              <a:t>가장 활발한 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943600"/>
            <a:ext cx="3200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[CES2024 NVIDIA]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943600"/>
            <a:ext cx="3200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[GTC2026]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943600"/>
            <a:ext cx="3200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[Affectiva]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우리는 이미 거기에 있다 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HEART Lab  —  Human Emotion and Intelligent Agent Research for Future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64240" cy="3657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현대자동차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B7FE"/>
                </a:solidFill>
                <a:latin typeface="Noto Sans KR"/>
              </a:defRPr>
            </a:pPr>
            <a:r>
              <a:t>미래기술 공모전  —  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기존에 하던 감정인식 연구를 발전시켜 제안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Affective Care Drive: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멀티모달 센싱  →  운전자 감정 인식  →  안전 운전 지원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하고 있던 기술을 조금 바꿔서 낸 건데 바로 된 것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= 기술력이 이미 그 수준이었다는 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468880"/>
            <a:ext cx="3657600" cy="9144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[현대차 로고]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우리는 이미 거기에 있다 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4389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두산 로보틱스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DDFF"/>
                </a:solidFill>
                <a:latin typeface="Noto Sans KR"/>
              </a:defRPr>
            </a:pPr>
            <a:r>
              <a:t>역대 가장 큰 금액 규모의 R&amp;D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협동로봇에 AI를 넣는 프로젝트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VLM / VLA  +  AI SoC  +  강화학습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AI 모델 경량화,  멀티모달 데이터,  인간-로봇 협업(HRI) 담당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두산이 먼저 찾아온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3657600" cy="9144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[두산 로보틱스 로고]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943600"/>
            <a:ext cx="85039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대기업에서 먼저 찾아오는 연구실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어떻게 이렇게 됐냐  —  First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560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11680" cy="10972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[일론 머스크]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"로켓이 왜 비싸지?"  →  원자재 = 2%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→  SpaceX 10배 절감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39496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13B94"/>
                </a:solidFill>
                <a:latin typeface="Noto Sans KR"/>
              </a:defRPr>
            </a:pPr>
            <a:r>
              <a:t>HEART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기존 DMS = 졸음 감지, 주시 이탈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→ 업계가 다 이렇게 함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"잠깐, 왜 졸음만 보지?"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20116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근본으로 돌아감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운전 위험의 근본 원인  =  감정 변화가 누적되는 과정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Frustration(좌절감) 기반으로 문제를 재정의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→  기존에 아무도 안 하던 접근  →  현대차가 뽑은 이유가 이것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너도 할 수 있다  —  커리큘럼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 +  교수님과 함께 교육 커리큘럼 개선</a:t>
            </a: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566160" cy="34747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문제 해결 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br/>
            <a:r>
              <a:t>바로 떠오를 때까지</a:t>
            </a:r>
            <a:br/>
            <a:r>
              <a:t>반복 훈련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566160" cy="3474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모델을 도구로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566160" cy="34747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서비스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br/>
            <a:r>
              <a:t>12주면 혼자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부트캠프 6개월  →  12주 압축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어떻게 시작하냐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  <a:latin typeface="Noto Sans KR"/>
              </a:defRPr>
            </a:pPr>
            <a:r>
              <a:t>인턴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월 20만원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부담 없이 3개월 체험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안 맞으면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그만둬도 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74720" cy="41148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학석사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월 130만원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1년 빨리 졸업 가능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(잘하는 학생에 한해서)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바로 취업 = 신입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학석사 = 주니어급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566160" cy="41148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석사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월 230만원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학부 졸업 후 진학</a:t>
            </a:r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궁금하면:  견학 오세요  |  인턴으로 해보고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669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(연락처 / QR코드)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문제를 던지면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해결할 수 있는 사람이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KR"/>
              </a:defRPr>
            </a:pPr>
            <a:r>
              <a:t>살아남는다.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572000"/>
            <a:ext cx="3931920" cy="27432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B7FE"/>
                </a:solidFill>
                <a:latin typeface="Noto Sans KR"/>
              </a:defRPr>
            </a:pPr>
            <a:r>
              <a:t>HEART Lab  |  세종대학교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77AA"/>
                </a:solidFill>
                <a:latin typeface="Noto Sans KR"/>
              </a:defRPr>
            </a:pPr>
            <a:r>
              <a:t>Human Emotion and Intelligent Agent Research for Future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